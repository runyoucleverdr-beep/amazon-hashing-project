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64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2D2AD-CAFB-4E64-A80D-E1008CF8F15A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D34FB-BE08-4F45-93B1-291913786F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747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D34FB-BE08-4F45-93B1-291913786FA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431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2F3A2-42BF-3D98-997C-1EBAB9F96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285158-9C56-915F-8710-2823C7584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B8820E-CF35-8607-D469-11FAEF148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F2D22-A48D-4B01-BB45-A541CB6C5DD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33F7DF-2E32-4391-668C-1D09E8E50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E3C1AA-071F-97E7-450D-E621FAB83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0090-CE83-4652-A3CE-CCD13BB45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225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8BD60-7D25-C08C-2163-BB553631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07201A-BA14-5976-CA6F-C423CB779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5D9668-223D-5B7F-E084-91D4F13FE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F2D22-A48D-4B01-BB45-A541CB6C5DD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9DB967-3F7B-6F4A-E07E-D872D1CCB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AC8EDB-81CB-0445-BE49-786D10100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0090-CE83-4652-A3CE-CCD13BB45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16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7AAF34-CBC5-29B1-7F3A-41A365CEC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FCAAED-4D0F-5950-F1D9-031C85683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A005C5-9B78-7DE4-1C2C-DC585C142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F2D22-A48D-4B01-BB45-A541CB6C5DD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19EFD6-B8C6-0BDB-7402-9D2A5F0D2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5D97EE-296E-CA3E-21ED-8DC779F94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0090-CE83-4652-A3CE-CCD13BB45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98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B19C0B-C725-BD97-39FA-41B53655B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7AD78F-45F9-0FAE-3881-D4693C3A37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79279C-874A-CE9C-1CFC-4C61A0550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0D1FD5-45AF-86F1-E677-6B3C6EB07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F2D22-A48D-4B01-BB45-A541CB6C5DD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1F4613-C0ED-F93A-91C4-C1A425AC4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54E52C-C86F-3062-A7CB-19B6A4D71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0090-CE83-4652-A3CE-CCD13BB45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818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B22527-1CA8-8624-8E91-3AED83F27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411981-0C44-2BA9-23E2-3B4C9BF35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A1633B-E1DA-2DBD-935A-E7B0E684D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04AED6B-5184-E35E-46BF-194298E12D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AE1EA5-BD24-E704-DB70-EC3804AD65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08F4B75-5D40-A8B4-D090-09BD56E6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F2D22-A48D-4B01-BB45-A541CB6C5DD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C71F547-6D68-C332-E627-E0BA8C8B1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25A7854-8973-E86F-2A4C-0D5661614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0090-CE83-4652-A3CE-CCD13BB45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908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A0779F-DB57-A9F6-E59F-F40B34838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BA1166B-0A91-8BCC-5C79-9D0EA650E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F2D22-A48D-4B01-BB45-A541CB6C5DD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098749-1983-E22F-F5A6-C13CD2AC1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B422CD-7ACC-B6BB-E471-B081D67DB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0090-CE83-4652-A3CE-CCD13BB45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638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4B6ADDF-3DFB-93BA-D012-45106446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F2D22-A48D-4B01-BB45-A541CB6C5DD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2E082E-C6D1-F34D-4832-9EBF10B52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5EE8C2-ACFE-1AB8-EE1B-E34208FF9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0090-CE83-4652-A3CE-CCD13BB45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096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F5A059-804F-71DD-6B62-35B7E3F8C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9214DD-8B9C-5DD8-C430-B4CFC8661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7A54C1-44A7-820C-C817-E2B4240F5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CF9451-164D-B522-0AE2-7DCCC34BA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F2D22-A48D-4B01-BB45-A541CB6C5DD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CA8E0F-EC10-F2CA-F057-44D81D968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16AD7D-0852-A5C6-E13B-7C82911B6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0090-CE83-4652-A3CE-CCD13BB45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532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234862-A08C-56D6-CE76-44EE918FF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38424E8-A5EA-FC9C-8DE9-29AFC0F0E1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E86025-5B86-C3F7-4A1A-9B56C99A9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FEE660-EE6C-3E72-AAE6-825235E30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F2D22-A48D-4B01-BB45-A541CB6C5DD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5D183B-C70B-64D6-2CD7-F730509D0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0D9EB6-B108-56BA-EC42-6051F840F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0090-CE83-4652-A3CE-CCD13BB45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03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FFEA7B-2B73-97C1-8B13-BAB9E1E04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77B894-7D11-31B8-F405-27F9D037E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243BC6-5D09-D306-2552-6F39A56AC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F2D22-A48D-4B01-BB45-A541CB6C5DD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875574-A30A-4ED8-F3F3-AE00C40BF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4849D4-E648-FB06-716C-F20811A7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0090-CE83-4652-A3CE-CCD13BB45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36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22A0778-A303-D6F1-C271-2528F734A3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F11DE5-D161-5341-EE44-0242D625F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E55F9C-950B-447F-D717-EECD4ECEF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F2D22-A48D-4B01-BB45-A541CB6C5DD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01E091-D04F-804B-16ED-2123661D0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CB826F-FDA0-14B3-5742-3EDC0CEE1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0090-CE83-4652-A3CE-CCD13BB45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900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FCAE21-A169-CD02-0182-FA330D48C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B49DA2-82FE-07DB-FA3A-7C478345C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211927-CD1D-5EE8-41E5-4E73A445AE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F2D22-A48D-4B01-BB45-A541CB6C5DD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84BC64-920A-B60C-8BDD-77130641C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C3B827-2547-5FE6-3E21-F1D3E952D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30090-CE83-4652-A3CE-CCD13BB45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179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77F2AB-F373-C5BB-5D19-A5E3410861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Amazon Review Lookup and Analysis Tool Using Hashing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EDCD7E-38A3-647C-1F61-D744FFC839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Amazon Review Lookup and Analysis Tool Using Hashing</a:t>
            </a:r>
          </a:p>
          <a:p>
            <a:r>
              <a:rPr lang="en-US" altLang="zh-CN" dirty="0"/>
              <a:t>Yiwei Jin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3813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5B06AF-EEBB-A0A4-B57A-417DEEE18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problem does this application solve?</a:t>
            </a:r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716F16-1CF4-3EB6-205E-0116A57CB4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7069" y="2484943"/>
            <a:ext cx="1021786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review datasets are hard to search manually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data is messy and inconsistent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need a fast way to find relevant reviews and summary information </a:t>
            </a:r>
          </a:p>
        </p:txBody>
      </p:sp>
    </p:spTree>
    <p:extLst>
      <p:ext uri="{BB962C8B-B14F-4D97-AF65-F5344CB8AC3E}">
        <p14:creationId xmlns:p14="http://schemas.microsoft.com/office/powerpoint/2010/main" val="4163607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7EB83-BF3B-77A1-D01E-157C34F8C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437D2A-DAE0-DC3D-7158-D040055C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data was used?</a:t>
            </a:r>
            <a:endParaRPr lang="zh-CN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E5FD22C-DB00-E702-6276-B789D4E17D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6433" y="2459504"/>
            <a:ext cx="1210902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Amazon review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568,454 reviews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product ID, user ID, review score, summary, text, and helpfulness information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data with multiple metadata fields and some missing values </a:t>
            </a:r>
          </a:p>
        </p:txBody>
      </p:sp>
    </p:spTree>
    <p:extLst>
      <p:ext uri="{BB962C8B-B14F-4D97-AF65-F5344CB8AC3E}">
        <p14:creationId xmlns:p14="http://schemas.microsoft.com/office/powerpoint/2010/main" val="740964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5097A-37A6-4E41-C448-B62E01F55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19AE24-3975-57AD-17DC-84E209092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does it work?</a:t>
            </a:r>
            <a:endParaRPr lang="zh-CN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29BE4F5-0B85-F912-948D-D3051A3B59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216464"/>
            <a:ext cx="660789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Hashing works like a fast indexing system.</a:t>
            </a:r>
            <a:endParaRPr lang="zh-CN" altLang="zh-CN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1: Clean the raw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2: Build a fast index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3: Use the index for lookup and counting </a:t>
            </a:r>
          </a:p>
        </p:txBody>
      </p:sp>
    </p:spTree>
    <p:extLst>
      <p:ext uri="{BB962C8B-B14F-4D97-AF65-F5344CB8AC3E}">
        <p14:creationId xmlns:p14="http://schemas.microsoft.com/office/powerpoint/2010/main" val="650492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13DBA-BB19-413E-51AA-DD082F72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D290D-33C3-9C9B-E0B5-3201CC90A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outputs</a:t>
            </a:r>
            <a:endParaRPr lang="zh-CN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93B0223-8978-7921-8F2B-E058145E7C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090523"/>
            <a:ext cx="463896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10 most reviewed products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 reviews for one product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3BBC302-62E8-4C8B-C86F-7CC0AABE7B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129"/>
          <a:stretch>
            <a:fillRect/>
          </a:stretch>
        </p:blipFill>
        <p:spPr>
          <a:xfrm>
            <a:off x="1040476" y="2477888"/>
            <a:ext cx="3939153" cy="321632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3F03248-FEB1-4275-0EC2-0AAFFE06A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442" y="1476280"/>
            <a:ext cx="5836943" cy="421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690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E7EF3-5BF9-D51D-AEE6-ABEE6AC59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002EF0-451B-F0A6-6B22-40B64DE3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fast is it</a:t>
            </a:r>
            <a:endParaRPr lang="zh-CN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8D58107-F6C3-5A56-87BA-97A776DFF8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027906"/>
            <a:ext cx="724108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time grows as data size increases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Lookup remains very fast even above 10,000 keys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541F996-FAD6-1C49-96C2-221134F0C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89" y="2461841"/>
            <a:ext cx="5932526" cy="355951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2600917-B3FB-3ADA-880A-4AE92DA51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61841"/>
            <a:ext cx="5932526" cy="355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10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39A99-5943-A3A6-F33F-02131A6C0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A8D7D-D204-C0A2-33D0-16AB5484A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DC69478-14F1-9F17-8E39-A9700A2E9F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690336"/>
            <a:ext cx="732925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data must be cleaned before use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Hashing is effective for fast indexing and counting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application works well on a large noisy dataset </a:t>
            </a:r>
          </a:p>
        </p:txBody>
      </p:sp>
    </p:spTree>
    <p:extLst>
      <p:ext uri="{BB962C8B-B14F-4D97-AF65-F5344CB8AC3E}">
        <p14:creationId xmlns:p14="http://schemas.microsoft.com/office/powerpoint/2010/main" val="292731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192</Words>
  <Application>Microsoft Office PowerPoint</Application>
  <PresentationFormat>宽屏</PresentationFormat>
  <Paragraphs>33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Amazon Review Lookup and Analysis Tool Using Hashing</vt:lpstr>
      <vt:lpstr>What problem does this application solve?</vt:lpstr>
      <vt:lpstr>What data was used?</vt:lpstr>
      <vt:lpstr>How does it work?</vt:lpstr>
      <vt:lpstr>Example outputs</vt:lpstr>
      <vt:lpstr>How fast is it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Eve Jin</dc:creator>
  <cp:lastModifiedBy>Eve Jin</cp:lastModifiedBy>
  <cp:revision>24</cp:revision>
  <dcterms:created xsi:type="dcterms:W3CDTF">2026-03-26T01:55:44Z</dcterms:created>
  <dcterms:modified xsi:type="dcterms:W3CDTF">2026-03-26T02:24:52Z</dcterms:modified>
</cp:coreProperties>
</file>