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7" d="100"/>
          <a:sy n="77" d="100"/>
        </p:scale>
        <p:origin x="64" y="1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A2D2AD-CAFB-4E64-A80D-E1008CF8F15A}" type="datetimeFigureOut">
              <a:rPr lang="zh-CN" altLang="en-US" smtClean="0"/>
              <a:t>2026/3/25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ED34FB-BE08-4F45-93B1-291913786FA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487471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ED34FB-BE08-4F45-93B1-291913786FA9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024318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822F3A2-42BF-3D98-997C-1EBAB9F96A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3285158-9C56-915F-8710-2823C7584C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7B8820E-CF35-8607-D469-11FAEF148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F2D22-A48D-4B01-BB45-A541CB6C5DD4}" type="datetimeFigureOut">
              <a:rPr lang="zh-CN" altLang="en-US" smtClean="0"/>
              <a:t>2026/3/25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633F7DF-2E32-4391-668C-1D09E8E500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FE3C1AA-071F-97E7-450D-E621FAB83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30090-CE83-4652-A3CE-CCD13BB45F4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92254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3C8BD60-7D25-C08C-2163-BB5536317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A07201A-BA14-5976-CA6F-C423CB7794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45D9668-223D-5B7F-E084-91D4F13FE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F2D22-A48D-4B01-BB45-A541CB6C5DD4}" type="datetimeFigureOut">
              <a:rPr lang="zh-CN" altLang="en-US" smtClean="0"/>
              <a:t>2026/3/25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49DB967-3F7B-6F4A-E07E-D872D1CCBE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8AC8EDB-81CB-0445-BE49-786D10100F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30090-CE83-4652-A3CE-CCD13BB45F4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731626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67AAF34-CBC5-29B1-7F3A-41A365CEC2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EFCAAED-4D0F-5950-F1D9-031C856837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3A005C5-9B78-7DE4-1C2C-DC585C142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F2D22-A48D-4B01-BB45-A541CB6C5DD4}" type="datetimeFigureOut">
              <a:rPr lang="zh-CN" altLang="en-US" smtClean="0"/>
              <a:t>2026/3/25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A19EFD6-B8C6-0BDB-7402-9D2A5F0D2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E5D97EE-296E-CA3E-21ED-8DC779F94B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30090-CE83-4652-A3CE-CCD13BB45F4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319845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BB19C0B-C725-BD97-39FA-41B53655B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D7AD78F-45F9-0FAE-3881-D4693C3A378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279279C-874A-CE9C-1CFC-4C61A05501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90D1FD5-45AF-86F1-E677-6B3C6EB07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F2D22-A48D-4B01-BB45-A541CB6C5DD4}" type="datetimeFigureOut">
              <a:rPr lang="zh-CN" altLang="en-US" smtClean="0"/>
              <a:t>2026/3/25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91F4613-C0ED-F93A-91C4-C1A425AC4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554E52C-C86F-3062-A7CB-19B6A4D71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30090-CE83-4652-A3CE-CCD13BB45F4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788185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CB22527-1CA8-8624-8E91-3AED83F276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2411981-0C44-2BA9-23E2-3B4C9BF359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9A1633B-E1DA-2DBD-935A-E7B0E684D7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104AED6B-5184-E35E-46BF-194298E12D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DAE1EA5-BD24-E704-DB70-EC3804AD65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E08F4B75-5D40-A8B4-D090-09BD56E610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F2D22-A48D-4B01-BB45-A541CB6C5DD4}" type="datetimeFigureOut">
              <a:rPr lang="zh-CN" altLang="en-US" smtClean="0"/>
              <a:t>2026/3/25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AC71F547-6D68-C332-E627-E0BA8C8B1E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025A7854-8973-E86F-2A4C-0D56616142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30090-CE83-4652-A3CE-CCD13BB45F4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629080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0A0779F-DB57-A9F6-E59F-F40B34838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BA1166B-0A91-8BCC-5C79-9D0EA650E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F2D22-A48D-4B01-BB45-A541CB6C5DD4}" type="datetimeFigureOut">
              <a:rPr lang="zh-CN" altLang="en-US" smtClean="0"/>
              <a:t>2026/3/25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00098749-1983-E22F-F5A6-C13CD2AC13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94B422CD-7ACC-B6BB-E471-B081D67DB4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30090-CE83-4652-A3CE-CCD13BB45F4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686388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24B6ADDF-3DFB-93BA-D012-451064461D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F2D22-A48D-4B01-BB45-A541CB6C5DD4}" type="datetimeFigureOut">
              <a:rPr lang="zh-CN" altLang="en-US" smtClean="0"/>
              <a:t>2026/3/25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E2E082E-C6D1-F34D-4832-9EBF10B526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25EE8C2-ACFE-1AB8-EE1B-E34208FF9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30090-CE83-4652-A3CE-CCD13BB45F4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50961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F5A059-804F-71DD-6B62-35B7E3F8CD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39214DD-8B9C-5DD8-C430-B4CFC86613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D7A54C1-44A7-820C-C817-E2B4240F5D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3CF9451-164D-B522-0AE2-7DCCC34BA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F2D22-A48D-4B01-BB45-A541CB6C5DD4}" type="datetimeFigureOut">
              <a:rPr lang="zh-CN" altLang="en-US" smtClean="0"/>
              <a:t>2026/3/25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BCA8E0F-EC10-F2CA-F057-44D81D968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916AD7D-0852-A5C6-E13B-7C82911B63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30090-CE83-4652-A3CE-CCD13BB45F4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795323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2234862-A08C-56D6-CE76-44EE918FF5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A38424E8-A5EA-FC9C-8DE9-29AFC0F0E13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2E86025-5B86-C3F7-4A1A-9B56C99A95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3FEE660-EE6C-3E72-AAE6-825235E309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F2D22-A48D-4B01-BB45-A541CB6C5DD4}" type="datetimeFigureOut">
              <a:rPr lang="zh-CN" altLang="en-US" smtClean="0"/>
              <a:t>2026/3/25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35D183B-C70B-64D6-2CD7-F730509D0C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90D9EB6-B108-56BA-EC42-6051F840F2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30090-CE83-4652-A3CE-CCD13BB45F4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72039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4FFEA7B-2B73-97C1-8B13-BAB9E1E042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877B894-7D11-31B8-F405-27F9D037E2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5243BC6-5D09-D306-2552-6F39A56AC7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F2D22-A48D-4B01-BB45-A541CB6C5DD4}" type="datetimeFigureOut">
              <a:rPr lang="zh-CN" altLang="en-US" smtClean="0"/>
              <a:t>2026/3/25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D875574-A30A-4ED8-F3F3-AE00C40BFE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C4849D4-E648-FB06-716C-F20811A77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30090-CE83-4652-A3CE-CCD13BB45F4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1365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922A0778-A303-D6F1-C271-2528F734A30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4F11DE5-D161-5341-EE44-0242D625FD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2E55F9C-950B-447F-D717-EECD4ECEF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F2D22-A48D-4B01-BB45-A541CB6C5DD4}" type="datetimeFigureOut">
              <a:rPr lang="zh-CN" altLang="en-US" smtClean="0"/>
              <a:t>2026/3/25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901E091-D04F-804B-16ED-2123661D01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1CB826F-FDA0-14B3-5742-3EDC0CEE10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30090-CE83-4652-A3CE-CCD13BB45F4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769005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1CFCAE21-A169-CD02-0182-FA330D48CA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6B49DA2-82FE-07DB-FA3A-7C478345C7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B211927-CD1D-5EE8-41E5-4E73A445AE8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CF2D22-A48D-4B01-BB45-A541CB6C5DD4}" type="datetimeFigureOut">
              <a:rPr lang="zh-CN" altLang="en-US" smtClean="0"/>
              <a:t>2026/3/25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F84BC64-920A-B60C-8BDD-77130641CC7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8C3B827-2547-5FE6-3E21-F1D3E952D4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B30090-CE83-4652-A3CE-CCD13BB45F4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541790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477F2AB-F373-C5BB-5D19-A5E3410861B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CN" dirty="0"/>
              <a:t>Amazon Review Lookup and Analysis Tool Using Hashing</a:t>
            </a:r>
            <a:endParaRPr lang="zh-CN" alt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81EDCD7E-38A3-647C-1F61-D744FFC839E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CN" dirty="0"/>
              <a:t>Amazon Review Lookup and Analysis Tool Using Hashing</a:t>
            </a:r>
          </a:p>
          <a:p>
            <a:r>
              <a:rPr lang="en-US" altLang="zh-CN" dirty="0"/>
              <a:t>Yiwei Jin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0538136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A5B06AF-EEBB-A0A4-B57A-417DEEE18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What problem does this application solve?</a:t>
            </a:r>
            <a:endParaRPr lang="zh-CN" alt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1716F16-1CF4-3EB6-205E-0116A57CB45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987069" y="2484943"/>
            <a:ext cx="10217862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CN" altLang="zh-C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Large review datasets are hard to search manually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CN" altLang="zh-C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Real-world data is messy and inconsistent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CN" altLang="zh-C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Users need a fast way to find relevant reviews and summary information </a:t>
            </a:r>
          </a:p>
        </p:txBody>
      </p:sp>
    </p:spTree>
    <p:extLst>
      <p:ext uri="{BB962C8B-B14F-4D97-AF65-F5344CB8AC3E}">
        <p14:creationId xmlns:p14="http://schemas.microsoft.com/office/powerpoint/2010/main" val="41636074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F7EB83-BF3B-77A1-D01E-157C34F8C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2437D2A-DAE0-DC3D-7158-D040055CA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What data was used?</a:t>
            </a:r>
            <a:endParaRPr lang="zh-CN" altLang="en-US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2E5FD22C-DB00-E702-6276-B789D4E17D4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206433" y="2459504"/>
            <a:ext cx="12109021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CN" altLang="zh-C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Amazon review dataset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CN" altLang="zh-C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568,454 reviews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CN" altLang="zh-C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Includes product ID, user ID, review score, summary, text, and helpfulness information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CN" altLang="zh-C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Real-world data with multiple metadata fields and some missing values </a:t>
            </a:r>
          </a:p>
        </p:txBody>
      </p:sp>
    </p:spTree>
    <p:extLst>
      <p:ext uri="{BB962C8B-B14F-4D97-AF65-F5344CB8AC3E}">
        <p14:creationId xmlns:p14="http://schemas.microsoft.com/office/powerpoint/2010/main" val="7409649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19B09-027E-31E6-6BB4-925DE2E126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4564E74-A899-DBD4-BCB3-4ED29D2B6A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What does the application do?</a:t>
            </a:r>
            <a:endParaRPr lang="zh-CN" altLang="en-US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9AB629E8-BD27-C8BC-B491-2F9CC792EC9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321004"/>
            <a:ext cx="6266459" cy="22159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CN" altLang="zh-C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Find all reviews for a product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CN" altLang="zh-C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Find all reviews written by a user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CN" altLang="zh-C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Count how many reviews each product has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CN" altLang="zh-C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Count how many reviews each user has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CN" altLang="zh-C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Show overall score distribution </a:t>
            </a:r>
          </a:p>
        </p:txBody>
      </p:sp>
    </p:spTree>
    <p:extLst>
      <p:ext uri="{BB962C8B-B14F-4D97-AF65-F5344CB8AC3E}">
        <p14:creationId xmlns:p14="http://schemas.microsoft.com/office/powerpoint/2010/main" val="31819706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A5097A-37A6-4E41-C448-B62E01F55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419AE24-3975-57AD-17DC-84E209092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How does it work?</a:t>
            </a:r>
            <a:endParaRPr lang="zh-CN" altLang="en-US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829BE4F5-0B85-F912-948D-D3051A3B591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3216464"/>
            <a:ext cx="6607899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zh-CN" sz="2400" dirty="0">
                <a:latin typeface="Arial" panose="020B0604020202020204" pitchFamily="34" charset="0"/>
              </a:rPr>
              <a:t>Hashing works like a fast indexing system.</a:t>
            </a:r>
            <a:endParaRPr lang="zh-CN" altLang="zh-CN" sz="24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CN" altLang="zh-C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Step 1: Clean the raw data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CN" altLang="zh-C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Step 2: Build a fast index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CN" altLang="zh-C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Step 3: Use the index for lookup and counting </a:t>
            </a:r>
          </a:p>
        </p:txBody>
      </p:sp>
    </p:spTree>
    <p:extLst>
      <p:ext uri="{BB962C8B-B14F-4D97-AF65-F5344CB8AC3E}">
        <p14:creationId xmlns:p14="http://schemas.microsoft.com/office/powerpoint/2010/main" val="6504925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A13DBA-BB19-413E-51AA-DD082F720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8D290D-33C3-9C9B-E0B5-3201CC90A3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Example outputs</a:t>
            </a:r>
            <a:endParaRPr lang="zh-CN" altLang="en-US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093B0223-8978-7921-8F2B-E058145E7C5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090523"/>
            <a:ext cx="4638962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CN" altLang="zh-C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Top 10 most reviewed products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CN" altLang="zh-C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Sample reviews for one product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A3BBC302-62E8-4C8B-C86F-7CC0AABE7BC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9129"/>
          <a:stretch>
            <a:fillRect/>
          </a:stretch>
        </p:blipFill>
        <p:spPr>
          <a:xfrm>
            <a:off x="1040476" y="2477888"/>
            <a:ext cx="3939153" cy="3216329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33F03248-FEB1-4275-0EC2-0AAFFE06A9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5442" y="1476280"/>
            <a:ext cx="5836943" cy="4217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36900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1E7EF3-5BF9-D51D-AEE6-ABEE6AC598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D002EF0-451B-F0A6-6B22-40B64DE3F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How fast is it</a:t>
            </a:r>
            <a:endParaRPr lang="zh-CN" altLang="en-US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88D58107-F6C3-5A56-87BA-97A776DFF8A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027906"/>
            <a:ext cx="7241085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CN" altLang="zh-C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Build time grows as data size increases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CN" altLang="zh-C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Lookup remains very fast even above 10,000 keys 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5541F996-FAD6-1C49-96C2-221134F0CB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889" y="2461841"/>
            <a:ext cx="5932526" cy="3559516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22600917-B3FB-3ADA-880A-4AE92DA515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461841"/>
            <a:ext cx="5932526" cy="3559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1105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639A99-5943-A3A6-F33F-02131A6C0C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3BA8D7D-D204-C0A2-33D0-16AB5484A8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Conclusion</a:t>
            </a:r>
            <a:endParaRPr lang="zh-CN" altLang="en-US" dirty="0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9DC69478-14F1-9F17-8E39-A9700A2E9F4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690336"/>
            <a:ext cx="7329251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CN" altLang="zh-C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Real-world data must be cleaned before use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CN" altLang="zh-C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Hashing is effective for fast indexing and counting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CN" altLang="zh-C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application works well on a large noisy dataset </a:t>
            </a:r>
          </a:p>
        </p:txBody>
      </p:sp>
    </p:spTree>
    <p:extLst>
      <p:ext uri="{BB962C8B-B14F-4D97-AF65-F5344CB8AC3E}">
        <p14:creationId xmlns:p14="http://schemas.microsoft.com/office/powerpoint/2010/main" val="2927312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229</Words>
  <Application>Microsoft Office PowerPoint</Application>
  <PresentationFormat>宽屏</PresentationFormat>
  <Paragraphs>40</Paragraphs>
  <Slides>8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2" baseType="lpstr">
      <vt:lpstr>等线</vt:lpstr>
      <vt:lpstr>等线 Light</vt:lpstr>
      <vt:lpstr>Arial</vt:lpstr>
      <vt:lpstr>Office 主题​​</vt:lpstr>
      <vt:lpstr>Amazon Review Lookup and Analysis Tool Using Hashing</vt:lpstr>
      <vt:lpstr>What problem does this application solve?</vt:lpstr>
      <vt:lpstr>What data was used?</vt:lpstr>
      <vt:lpstr>What does the application do?</vt:lpstr>
      <vt:lpstr>How does it work?</vt:lpstr>
      <vt:lpstr>Example outputs</vt:lpstr>
      <vt:lpstr>How fast is it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Eve Jin</dc:creator>
  <cp:lastModifiedBy>Eve Jin</cp:lastModifiedBy>
  <cp:revision>23</cp:revision>
  <dcterms:created xsi:type="dcterms:W3CDTF">2026-03-26T01:55:44Z</dcterms:created>
  <dcterms:modified xsi:type="dcterms:W3CDTF">2026-03-26T02:07:46Z</dcterms:modified>
</cp:coreProperties>
</file>